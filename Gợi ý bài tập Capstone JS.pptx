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963454ad6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963454ad6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963454ad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963454ad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9571a257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9571a257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963454ad6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963454ad6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963454ad6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963454ad6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d9326c11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d9326c11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www.figma.com/file/XuOifANgglHme10Yq3NHxa/Capstone-project-cybersoft-v2---design-by-Tr%C6%B0%C6%A1ng-T%E1%BA%A5n-Kh%E1%BA%A3i?node-id=0%3A1&amp;t=jKGcR2qoZqzKDBUV-1" TargetMode="External"/><Relationship Id="rId11" Type="http://schemas.openxmlformats.org/officeDocument/2006/relationships/hyperlink" Target="https://drive.google.com/file/d/1gYU_PkQ-OYycHyHkzF8J4oUzqgtaSvBS/view?usp=sharing" TargetMode="External"/><Relationship Id="rId10" Type="http://schemas.openxmlformats.org/officeDocument/2006/relationships/hyperlink" Target="https://drive.google.com/file/d/1gYU_PkQ-OYycHyHkzF8J4oUzqgtaSvBS/view?usp=sharing" TargetMode="External"/><Relationship Id="rId9" Type="http://schemas.openxmlformats.org/officeDocument/2006/relationships/hyperlink" Target="https://drive.google.com/file/d/1_jQpVbapj6_NW02zd2hmIEXbRgGjoveJ/view?usp=sharing" TargetMode="External"/><Relationship Id="rId5" Type="http://schemas.openxmlformats.org/officeDocument/2006/relationships/hyperlink" Target="https://shopping-cart-demo2.vercel.app/index.html" TargetMode="External"/><Relationship Id="rId6" Type="http://schemas.openxmlformats.org/officeDocument/2006/relationships/hyperlink" Target="https://cyber-shopping-cart-js.vercel.app/" TargetMode="External"/><Relationship Id="rId7" Type="http://schemas.openxmlformats.org/officeDocument/2006/relationships/hyperlink" Target="https://themeforest.net/category/ecommerce" TargetMode="External"/><Relationship Id="rId8" Type="http://schemas.openxmlformats.org/officeDocument/2006/relationships/hyperlink" Target="https://themeforest.net/category/site-templates/admin-template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getbootstrap.com/docs/4.6/components/modal/" TargetMode="External"/><Relationship Id="rId5" Type="http://schemas.openxmlformats.org/officeDocument/2006/relationships/hyperlink" Target="https://getbootstrap.com/docs/5.0/components/offcanvas/" TargetMode="External"/><Relationship Id="rId6" Type="http://schemas.openxmlformats.org/officeDocument/2006/relationships/hyperlink" Target="https://codepen.io/ahenriksen/pen/vYEmBWy" TargetMode="External"/><Relationship Id="rId7" Type="http://schemas.openxmlformats.org/officeDocument/2006/relationships/hyperlink" Target="https://codepen.io/heatherduvall/pen/LLzBBw" TargetMode="External"/><Relationship Id="rId8" Type="http://schemas.openxmlformats.org/officeDocument/2006/relationships/hyperlink" Target="https://codepen.io/JacobLett/pen/oddjO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114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</a:t>
            </a:r>
            <a:r>
              <a:rPr lang="vi"/>
              <a:t>ác bước chuẩn bị cho dự án</a:t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9150"/>
            <a:ext cx="9144003" cy="364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706445" y="1372850"/>
            <a:ext cx="7551275" cy="23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176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Cấu tr</a:t>
            </a:r>
            <a:r>
              <a:rPr lang="vi"/>
              <a:t>úc thư mục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446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vi" sz="1400"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vi" sz="1400">
                <a:latin typeface="Roboto"/>
                <a:ea typeface="Roboto"/>
                <a:cs typeface="Roboto"/>
                <a:sym typeface="Roboto"/>
              </a:rPr>
              <a:t>ưu source chung ở </a:t>
            </a:r>
            <a:r>
              <a:rPr b="1" lang="vi" sz="1400">
                <a:latin typeface="Roboto"/>
                <a:ea typeface="Roboto"/>
                <a:cs typeface="Roboto"/>
                <a:sym typeface="Roboto"/>
              </a:rPr>
              <a:t>1 repository</a:t>
            </a:r>
            <a:endParaRPr b="1"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 sz="1400">
                <a:latin typeface="Roboto"/>
                <a:ea typeface="Roboto"/>
                <a:cs typeface="Roboto"/>
                <a:sym typeface="Roboto"/>
              </a:rPr>
              <a:t>Folder </a:t>
            </a:r>
            <a:r>
              <a:rPr b="1" lang="vi" sz="1400">
                <a:latin typeface="Roboto"/>
                <a:ea typeface="Roboto"/>
                <a:cs typeface="Roboto"/>
                <a:sym typeface="Roboto"/>
              </a:rPr>
              <a:t>admin</a:t>
            </a:r>
            <a:r>
              <a:rPr lang="vi" sz="1400">
                <a:latin typeface="Roboto"/>
                <a:ea typeface="Roboto"/>
                <a:cs typeface="Roboto"/>
                <a:sym typeface="Roboto"/>
              </a:rPr>
              <a:t> chứa các code của phần Quản trị viên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 sz="1400">
                <a:latin typeface="Roboto"/>
                <a:ea typeface="Roboto"/>
                <a:cs typeface="Roboto"/>
                <a:sym typeface="Roboto"/>
              </a:rPr>
              <a:t>Folder </a:t>
            </a:r>
            <a:r>
              <a:rPr b="1" lang="vi" sz="1400">
                <a:latin typeface="Roboto"/>
                <a:ea typeface="Roboto"/>
                <a:cs typeface="Roboto"/>
                <a:sym typeface="Roboto"/>
              </a:rPr>
              <a:t>customer</a:t>
            </a:r>
            <a:r>
              <a:rPr lang="vi" sz="1400">
                <a:latin typeface="Roboto"/>
                <a:ea typeface="Roboto"/>
                <a:cs typeface="Roboto"/>
                <a:sym typeface="Roboto"/>
              </a:rPr>
              <a:t> chứa code cho phần Người dùng khách hàng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vi" sz="1400">
                <a:latin typeface="Roboto"/>
                <a:ea typeface="Roboto"/>
                <a:cs typeface="Roboto"/>
                <a:sym typeface="Roboto"/>
              </a:rPr>
              <a:t>File </a:t>
            </a:r>
            <a:r>
              <a:rPr b="1" lang="vi" sz="1400">
                <a:latin typeface="Roboto"/>
                <a:ea typeface="Roboto"/>
                <a:cs typeface="Roboto"/>
                <a:sym typeface="Roboto"/>
              </a:rPr>
              <a:t>index.html</a:t>
            </a:r>
            <a:r>
              <a:rPr lang="vi" sz="1400">
                <a:latin typeface="Roboto"/>
                <a:ea typeface="Roboto"/>
                <a:cs typeface="Roboto"/>
                <a:sym typeface="Roboto"/>
              </a:rPr>
              <a:t> là trang sẽ chứa các lựa chọn cho người dùng chọn vào trang admin hay trang customer.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400">
                <a:latin typeface="Roboto"/>
                <a:ea typeface="Roboto"/>
                <a:cs typeface="Roboto"/>
                <a:sym typeface="Roboto"/>
              </a:rPr>
              <a:t>Có thể làm đơn giản là cái index ngoài cùng là trang chủ của customer, trên thanh header có thêm mục menu admin =&gt; click để chuyển sang trang chủ admin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950" y="624475"/>
            <a:ext cx="3247424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706445" y="1372850"/>
            <a:ext cx="7551275" cy="23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706450" y="1080500"/>
            <a:ext cx="7551275" cy="2596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176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Cấu trúc thư mục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446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vi" sz="1400">
                <a:latin typeface="Roboto"/>
                <a:ea typeface="Roboto"/>
                <a:cs typeface="Roboto"/>
                <a:sym typeface="Roboto"/>
              </a:rPr>
              <a:t>Các file hình, css/sass lưu ở folder asset để dùng được chung cho nhiều trang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vi" sz="1400">
                <a:latin typeface="Roboto"/>
                <a:ea typeface="Roboto"/>
                <a:cs typeface="Roboto"/>
                <a:sym typeface="Roboto"/>
              </a:rPr>
              <a:t>Đối với sass thì cần tổ chức theo folder chuẩn 7-1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7127" y="583700"/>
            <a:ext cx="3675175" cy="35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706445" y="1372850"/>
            <a:ext cx="7551275" cy="23037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176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Các file tham khảo về</a:t>
            </a:r>
            <a:r>
              <a:rPr lang="vi"/>
              <a:t> phân tích nghiệp vụ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573600" y="749350"/>
            <a:ext cx="7996800" cy="4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vi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Bản thiết kế UI tham khảo: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2" lvl="1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○"/>
            </a:pP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Figma: </a:t>
            </a:r>
            <a:r>
              <a:rPr lang="vi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https://www.figma.com/file/XuOifANgglHme10Yq3NHxa/Capstone-project-cybersoft-v2---design-by-Tr%C6%B0%C6%A1ng-T%E1%BA%A5n-Kh%E1%BA%A3i?node-id=0%3A1&amp;t=jKGcR2qoZqzKDBUV-1</a:t>
            </a: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2" lvl="1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○"/>
            </a:pP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Web mẫu: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2" lvl="2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■"/>
            </a:pP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Mẫu 1: </a:t>
            </a:r>
            <a:r>
              <a:rPr lang="vi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https://shopping-cart-demo2.vercel.app/index.html</a:t>
            </a: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2" lvl="2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■"/>
            </a:pP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Mẫu 2: </a:t>
            </a:r>
            <a:r>
              <a:rPr lang="vi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https://cyber-shopping-cart-js.vercel.app/</a:t>
            </a: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8288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Các trang web template mẫu: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vi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https://themeforest.net/category/ecommerce</a:t>
            </a:r>
            <a:r>
              <a:rPr lang="vi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vi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https://themeforest.net/category/site-templates/admin-templates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vi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Flowchart: </a:t>
            </a:r>
            <a:r>
              <a:rPr lang="vi" sz="1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9"/>
              </a:rPr>
              <a:t>https://drive.google.com/file/d/1_jQpVbapj6_NW02zd2hmIEXbRgGjoveJ/view?usp=sharing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08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"/>
              <a:buChar char="●"/>
            </a:pPr>
            <a:r>
              <a:rPr lang="vi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Sơ đồ lớp: </a:t>
            </a:r>
            <a:r>
              <a:rPr lang="vi" sz="1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0"/>
              </a:rPr>
              <a:t>https://drive.google.com/file/d/1gYU_PkQ-OYycHyHkzF8J4oUzqgtaSvBS/view?usp=sharing</a:t>
            </a:r>
            <a:r>
              <a:rPr lang="vi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vi" sz="1400">
                <a:latin typeface="Roboto"/>
                <a:ea typeface="Roboto"/>
                <a:cs typeface="Roboto"/>
                <a:sym typeface="Roboto"/>
              </a:rPr>
              <a:t>Lưu ý: các file trên giúp gợi ý hướng xây dựng, các nhóm cần thảo luận để phân tích rõ hơn về nghiệp vụ.</a:t>
            </a:r>
            <a:endParaRPr b="1"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701450" y="38911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100" u="sng">
                <a:solidFill>
                  <a:schemeClr val="hlink"/>
                </a:solidFill>
                <a:hlinkClick r:id="rId11"/>
              </a:rPr>
              <a:t>Shopping Cart - Class Diagram.drawio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706445" y="1372850"/>
            <a:ext cx="7551275" cy="230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76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</a:t>
            </a:r>
            <a:r>
              <a:rPr lang="vi"/>
              <a:t>ác câu hỏi thường gặp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14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vi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Tổ chức lưu trữ hình sản phẩm như thế nào?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lphaLcPeriod"/>
            </a:pP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Cách 1: dùng link cdn. Copy, sử dụng các link ảnh có sẵn từ các website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lphaLcPeriod"/>
            </a:pP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Cách 2: lưu trữ ảnh ở folder hình(img, images) của dự án và lưu đường dẫn tương đối cho thuộc tính hình của đối tượng sản phẩm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vi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Xây dựng thuộc tính nào cho đối tượng sản phẩm trong giỏ hàng ? (Xem gợi ý sơ đồ lớp)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706445" y="1372850"/>
            <a:ext cx="7551275" cy="230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176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Các câu hỏi thường gặp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749350"/>
            <a:ext cx="8141400" cy="38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 startAt="3"/>
            </a:pPr>
            <a:r>
              <a:rPr lang="vi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Gợi ý thư viện, code tạo popup giỏ hàng (có thể tạo giỏ hàng ở trang riêng không cần tạo popup)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lphaLcPeriod"/>
            </a:pP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Modal của Bootstrap 4: </a:t>
            </a:r>
            <a:r>
              <a:rPr lang="vi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https://getbootstrap.com/docs/4.6/components/modal/</a:t>
            </a: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lphaLcPeriod"/>
            </a:pP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Bootstrap 5: </a:t>
            </a:r>
            <a:r>
              <a:rPr lang="vi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https://getbootstrap.com/docs/5.0/components/offcanvas/</a:t>
            </a: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(lưu ý nếu có dùng Boostrap 5 thì cần cài đặt lại các file thư viện dành cho ver 5 và xem lại các code html vì khác phiên bản )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lphaLcPeriod"/>
            </a:pP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Một số demo code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romanLcPeriod"/>
            </a:pPr>
            <a:r>
              <a:rPr lang="vi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https://codepen.io/ahenriksen/pen/vYEmBWy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romanLcPeriod"/>
            </a:pPr>
            <a:r>
              <a:rPr lang="vi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https://codepen.io/heatherduvall/pen/LLzBBw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romanLcPeriod"/>
            </a:pPr>
            <a:r>
              <a:rPr lang="vi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https://codepen.io/JacobLett/pen/oddjOb</a:t>
            </a:r>
            <a:r>
              <a:rPr lang="vi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